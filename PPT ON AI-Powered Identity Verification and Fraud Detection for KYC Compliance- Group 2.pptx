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2" r:id="rId5"/>
    <p:sldId id="278" r:id="rId6"/>
    <p:sldId id="263" r:id="rId7"/>
    <p:sldId id="269" r:id="rId8"/>
    <p:sldId id="272" r:id="rId9"/>
    <p:sldId id="273" r:id="rId10"/>
    <p:sldId id="274" r:id="rId11"/>
    <p:sldId id="276" r:id="rId12"/>
    <p:sldId id="277" r:id="rId13"/>
  </p:sldIdLst>
  <p:sldSz cx="18288000" cy="10287000"/>
  <p:notesSz cx="6858000" cy="9144000"/>
  <p:defaultTextStyle>
    <a:defPPr defTabSz="914400">
      <a:defRPr lang="en-US" dirty="0"/>
    </a:defPPr>
    <a:lvl1pPr marL="0" algn="l" defTabSz="914400" rtl="0">
      <a:defRPr sz="1800" kern="1200" dirty="0">
        <a:solidFill>
          <a:schemeClr val="tx1"/>
        </a:solidFill>
        <a:latin typeface="+mn-lt"/>
        <a:ea typeface="+mn-ea"/>
        <a:cs typeface="+mn-cs"/>
      </a:defRPr>
    </a:lvl1pPr>
    <a:lvl2pPr marL="457200" algn="l" defTabSz="914400" rtl="0">
      <a:defRPr sz="1800" kern="1200" dirty="0">
        <a:solidFill>
          <a:schemeClr val="tx1"/>
        </a:solidFill>
        <a:latin typeface="+mn-lt"/>
        <a:ea typeface="+mn-ea"/>
        <a:cs typeface="+mn-cs"/>
      </a:defRPr>
    </a:lvl2pPr>
    <a:lvl3pPr marL="914400" algn="l" defTabSz="914400" rtl="0">
      <a:defRPr sz="1800" kern="1200" dirty="0">
        <a:solidFill>
          <a:schemeClr val="tx1"/>
        </a:solidFill>
        <a:latin typeface="+mn-lt"/>
        <a:ea typeface="+mn-ea"/>
        <a:cs typeface="+mn-cs"/>
      </a:defRPr>
    </a:lvl3pPr>
    <a:lvl4pPr marL="1371600" algn="l" defTabSz="914400" rtl="0">
      <a:defRPr sz="1800" kern="1200" dirty="0">
        <a:solidFill>
          <a:schemeClr val="tx1"/>
        </a:solidFill>
        <a:latin typeface="+mn-lt"/>
        <a:ea typeface="+mn-ea"/>
        <a:cs typeface="+mn-cs"/>
      </a:defRPr>
    </a:lvl4pPr>
    <a:lvl5pPr marL="1828800" algn="l" defTabSz="914400" rtl="0">
      <a:defRPr sz="1800" kern="1200" dirty="0">
        <a:solidFill>
          <a:schemeClr val="tx1"/>
        </a:solidFill>
        <a:latin typeface="+mn-lt"/>
        <a:ea typeface="+mn-ea"/>
        <a:cs typeface="+mn-cs"/>
      </a:defRPr>
    </a:lvl5pPr>
    <a:lvl6pPr marL="2286000" algn="l" defTabSz="914400" rtl="0">
      <a:defRPr sz="1800" kern="1200" dirty="0">
        <a:solidFill>
          <a:schemeClr val="tx1"/>
        </a:solidFill>
        <a:latin typeface="+mn-lt"/>
        <a:ea typeface="+mn-ea"/>
        <a:cs typeface="+mn-cs"/>
      </a:defRPr>
    </a:lvl6pPr>
    <a:lvl7pPr marL="2743200" algn="l" defTabSz="914400" rtl="0">
      <a:defRPr sz="1800" kern="1200" dirty="0">
        <a:solidFill>
          <a:schemeClr val="tx1"/>
        </a:solidFill>
        <a:latin typeface="+mn-lt"/>
        <a:ea typeface="+mn-ea"/>
        <a:cs typeface="+mn-cs"/>
      </a:defRPr>
    </a:lvl7pPr>
    <a:lvl8pPr marL="3200400" algn="l" defTabSz="914400" rtl="0">
      <a:defRPr sz="1800" kern="1200" dirty="0">
        <a:solidFill>
          <a:schemeClr val="tx1"/>
        </a:solidFill>
        <a:latin typeface="+mn-lt"/>
        <a:ea typeface="+mn-ea"/>
        <a:cs typeface="+mn-cs"/>
      </a:defRPr>
    </a:lvl8pPr>
    <a:lvl9pPr marL="3657600" algn="l" defTabSz="914400" rtl="0">
      <a:defRPr sz="1800" kern="1200" dirty="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p:restoredTop sz="94660"/>
  </p:normalViewPr>
  <p:slideViewPr>
    <p:cSldViewPr snapToGrid="0">
      <p:cViewPr varScale="1">
        <p:scale>
          <a:sx n="59" d="100"/>
          <a:sy n="59" d="100"/>
        </p:scale>
        <p:origin x="49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1524000" y="1122363"/>
            <a:ext cx="9144000" cy="2387600"/>
          </a:xfrm>
          <a:ln>
            <a:headEnd type="none"/>
            <a:tailEnd type="none"/>
          </a:ln>
        </p:spPr>
        <p:txBody>
          <a:bodyPr wrap="square" anchor="b"/>
          <a:lstStyle>
            <a:lvl1pPr algn="ctr">
              <a:defRPr sz="6000" dirty="0"/>
            </a:lvl1pPr>
          </a:lstStyle>
          <a:p>
            <a:r>
              <a:rPr lang="en-US" dirty="0"/>
              <a:t>Click to edit Master title style</a:t>
            </a:r>
          </a:p>
        </p:txBody>
      </p:sp>
      <p:sp>
        <p:nvSpPr>
          <p:cNvPr id="3" name="Subtitle 2"/>
          <p:cNvSpPr>
            <a:spLocks noGrp="1"/>
          </p:cNvSpPr>
          <p:nvPr>
            <p:ph type="subTitle" idx="1"/>
          </p:nvPr>
        </p:nvSpPr>
        <p:spPr bwMode="white">
          <a:xfrm>
            <a:off x="1524000" y="3602038"/>
            <a:ext cx="9144000" cy="1655762"/>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r>
              <a:rPr lang="en-US" dirty="0"/>
              <a:t>Click to edit Master subtitle style</a:t>
            </a:r>
          </a:p>
        </p:txBody>
      </p:sp>
      <p:sp>
        <p:nvSpPr>
          <p:cNvPr id="4" name="Date Placeholder 3"/>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Content Placeholder 2"/>
          <p:cNvSpPr>
            <a:spLocks noGrp="1"/>
          </p:cNvSpPr>
          <p:nvPr>
            <p:ph idx="1"/>
          </p:nvPr>
        </p:nvSpPr>
        <p:spPr bwMode="white">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1850" y="1709738"/>
            <a:ext cx="10515600" cy="2852737"/>
          </a:xfrm>
          <a:ln>
            <a:headEnd type="none"/>
            <a:tailEnd type="none"/>
          </a:ln>
        </p:spPr>
        <p:txBody>
          <a:bodyPr wrap="square" anchor="b"/>
          <a:lstStyle>
            <a:lvl1pPr>
              <a:defRPr sz="6000" dirty="0"/>
            </a:lvl1pPr>
          </a:lstStyle>
          <a:p>
            <a:r>
              <a:rPr lang="en-US" dirty="0"/>
              <a:t>Click to edit Master title style</a:t>
            </a:r>
          </a:p>
        </p:txBody>
      </p:sp>
      <p:sp>
        <p:nvSpPr>
          <p:cNvPr id="3" name="Text Placeholder 2"/>
          <p:cNvSpPr>
            <a:spLocks noGrp="1"/>
          </p:cNvSpPr>
          <p:nvPr>
            <p:ph type="body" idx="1"/>
          </p:nvPr>
        </p:nvSpPr>
        <p:spPr bwMode="white">
          <a:xfrm>
            <a:off x="831850" y="4589463"/>
            <a:ext cx="10515600" cy="1500187"/>
          </a:xfrm>
          <a:ln>
            <a:headEnd type="none"/>
            <a:tailEnd type="none"/>
          </a:ln>
        </p:spPr>
        <p:txBody>
          <a:bodyPr wrap="square"/>
          <a:lstStyle>
            <a:lvl1pPr marL="0" indent="0">
              <a:buNone/>
              <a:defRPr sz="2400" dirty="0">
                <a:solidFill>
                  <a:schemeClr val="tx1">
                    <a:tint val="75000"/>
                  </a:schemeClr>
                </a:solidFill>
              </a:defRPr>
            </a:lvl1pPr>
            <a:lvl2pPr marL="457200" indent="0">
              <a:buNone/>
              <a:defRPr sz="2000" dirty="0">
                <a:solidFill>
                  <a:schemeClr val="tx1">
                    <a:tint val="75000"/>
                  </a:schemeClr>
                </a:solidFill>
              </a:defRPr>
            </a:lvl2pPr>
            <a:lvl3pPr marL="914400" indent="0">
              <a:buNone/>
              <a:defRPr sz="1800" dirty="0">
                <a:solidFill>
                  <a:schemeClr val="tx1">
                    <a:tint val="75000"/>
                  </a:schemeClr>
                </a:solidFill>
              </a:defRPr>
            </a:lvl3pPr>
            <a:lvl4pPr marL="1371600" indent="0">
              <a:buNone/>
              <a:defRPr sz="1600" dirty="0">
                <a:solidFill>
                  <a:schemeClr val="tx1">
                    <a:tint val="75000"/>
                  </a:schemeClr>
                </a:solidFill>
              </a:defRPr>
            </a:lvl4pPr>
            <a:lvl5pPr marL="1828800" indent="0">
              <a:buNone/>
              <a:defRPr sz="1600" dirty="0">
                <a:solidFill>
                  <a:schemeClr val="tx1">
                    <a:tint val="75000"/>
                  </a:schemeClr>
                </a:solidFill>
              </a:defRPr>
            </a:lvl5pPr>
            <a:lvl6pPr marL="2286000" indent="0">
              <a:buNone/>
              <a:defRPr sz="1600" dirty="0">
                <a:solidFill>
                  <a:schemeClr val="tx1">
                    <a:tint val="75000"/>
                  </a:schemeClr>
                </a:solidFill>
              </a:defRPr>
            </a:lvl6pPr>
            <a:lvl7pPr marL="2743200" indent="0">
              <a:buNone/>
              <a:defRPr sz="1600" dirty="0">
                <a:solidFill>
                  <a:schemeClr val="tx1">
                    <a:tint val="75000"/>
                  </a:schemeClr>
                </a:solidFill>
              </a:defRPr>
            </a:lvl7pPr>
            <a:lvl8pPr marL="3200400" indent="0">
              <a:buNone/>
              <a:defRPr sz="1600" dirty="0">
                <a:solidFill>
                  <a:schemeClr val="tx1">
                    <a:tint val="75000"/>
                  </a:schemeClr>
                </a:solidFill>
              </a:defRPr>
            </a:lvl8pPr>
            <a:lvl9pPr marL="3657600" indent="0">
              <a:buNone/>
              <a:defRPr sz="1600" dirty="0">
                <a:solidFill>
                  <a:schemeClr val="tx1">
                    <a:tint val="75000"/>
                  </a:schemeClr>
                </a:solidFill>
              </a:defRPr>
            </a:lvl9pPr>
          </a:lstStyle>
          <a:p>
            <a:r>
              <a:rPr lang="en-US" dirty="0"/>
              <a:t>Click to edit Master text styles</a:t>
            </a:r>
          </a:p>
        </p:txBody>
      </p:sp>
      <p:sp>
        <p:nvSpPr>
          <p:cNvPr id="4" name="Date Placeholder 3"/>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Content Placeholder 2"/>
          <p:cNvSpPr>
            <a:spLocks noGrp="1"/>
          </p:cNvSpPr>
          <p:nvPr>
            <p:ph sz="half" idx="1"/>
          </p:nvPr>
        </p:nvSpPr>
        <p:spPr bwMode="white">
          <a:xfrm>
            <a:off x="838200" y="1825625"/>
            <a:ext cx="5181600" cy="4351338"/>
          </a:xfrm>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bwMode="white">
          <a:xfrm>
            <a:off x="6172200" y="1825625"/>
            <a:ext cx="5181600" cy="4351338"/>
          </a:xfrm>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365125"/>
            <a:ext cx="10515600" cy="1325563"/>
          </a:xfrm>
          <a:ln>
            <a:headEnd type="none"/>
            <a:tailEnd type="none"/>
          </a:ln>
        </p:spPr>
        <p:txBody>
          <a:bodyPr wrap="square"/>
          <a:lstStyle/>
          <a:p>
            <a:r>
              <a:rPr lang="en-US" dirty="0"/>
              <a:t>Click to edit Master title style</a:t>
            </a:r>
          </a:p>
        </p:txBody>
      </p:sp>
      <p:sp>
        <p:nvSpPr>
          <p:cNvPr id="3" name="Text Placeholder 2"/>
          <p:cNvSpPr>
            <a:spLocks noGrp="1"/>
          </p:cNvSpPr>
          <p:nvPr>
            <p:ph type="body" idx="1"/>
          </p:nvPr>
        </p:nvSpPr>
        <p:spPr bwMode="white">
          <a:xfrm>
            <a:off x="839788" y="1681163"/>
            <a:ext cx="5157787" cy="823912"/>
          </a:xfrm>
          <a:ln>
            <a:headEnd type="none"/>
            <a:tailEnd type="none"/>
          </a:ln>
        </p:spPr>
        <p:txBody>
          <a:bodyPr wrap="square" anchor="b"/>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r>
              <a:rPr lang="en-US" dirty="0"/>
              <a:t>Click to edit Master text styles</a:t>
            </a:r>
          </a:p>
        </p:txBody>
      </p:sp>
      <p:sp>
        <p:nvSpPr>
          <p:cNvPr id="4" name="Content Placeholder 3"/>
          <p:cNvSpPr>
            <a:spLocks noGrp="1"/>
          </p:cNvSpPr>
          <p:nvPr>
            <p:ph sz="half" idx="2"/>
          </p:nvPr>
        </p:nvSpPr>
        <p:spPr bwMode="white">
          <a:xfrm>
            <a:off x="839788" y="2505075"/>
            <a:ext cx="5157787" cy="3684588"/>
          </a:xfrm>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bwMode="white">
          <a:xfrm>
            <a:off x="6172200" y="1681163"/>
            <a:ext cx="5183188" cy="823912"/>
          </a:xfrm>
          <a:ln>
            <a:headEnd type="none"/>
            <a:tailEnd type="none"/>
          </a:ln>
        </p:spPr>
        <p:txBody>
          <a:bodyPr wrap="square" anchor="b"/>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r>
              <a:rPr lang="en-US" dirty="0"/>
              <a:t>Click to edit Master text styles</a:t>
            </a:r>
          </a:p>
        </p:txBody>
      </p:sp>
      <p:sp>
        <p:nvSpPr>
          <p:cNvPr id="6" name="Content Placeholder 5"/>
          <p:cNvSpPr>
            <a:spLocks noGrp="1"/>
          </p:cNvSpPr>
          <p:nvPr>
            <p:ph sz="quarter" idx="4"/>
          </p:nvPr>
        </p:nvSpPr>
        <p:spPr bwMode="white">
          <a:xfrm>
            <a:off x="6172200" y="2505075"/>
            <a:ext cx="5183188" cy="3684588"/>
          </a:xfrm>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8" name="Footer Placeholder 7"/>
          <p:cNvSpPr>
            <a:spLocks noGrp="1"/>
          </p:cNvSpPr>
          <p:nvPr>
            <p:ph type="ftr" sz="quarter" idx="11"/>
          </p:nvPr>
        </p:nvSpPr>
        <p:spPr bwMode="white">
          <a:ln>
            <a:headEnd type="none"/>
            <a:tailEnd type="none"/>
          </a:ln>
        </p:spPr>
        <p:txBody>
          <a:bodyPr wrap="square"/>
          <a:lstStyle/>
          <a:p>
            <a:endParaRPr lang="en-US" dirty="0"/>
          </a:p>
        </p:txBody>
      </p:sp>
      <p:sp>
        <p:nvSpPr>
          <p:cNvPr id="9" name="Slide Number Placeholder 8"/>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Date Placeholder 2"/>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4" name="Footer Placeholder 3"/>
          <p:cNvSpPr>
            <a:spLocks noGrp="1"/>
          </p:cNvSpPr>
          <p:nvPr>
            <p:ph type="ftr" sz="quarter" idx="11"/>
          </p:nvPr>
        </p:nvSpPr>
        <p:spPr bwMode="white">
          <a:ln>
            <a:headEnd type="none"/>
            <a:tailEnd type="none"/>
          </a:ln>
        </p:spPr>
        <p:txBody>
          <a:bodyPr wrap="square"/>
          <a:lstStyle/>
          <a:p>
            <a:endParaRPr lang="en-US" dirty="0"/>
          </a:p>
        </p:txBody>
      </p:sp>
      <p:sp>
        <p:nvSpPr>
          <p:cNvPr id="5" name="Slide Number Placeholder 4"/>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3" name="Footer Placeholder 2"/>
          <p:cNvSpPr>
            <a:spLocks noGrp="1"/>
          </p:cNvSpPr>
          <p:nvPr>
            <p:ph type="ftr" sz="quarter" idx="11"/>
          </p:nvPr>
        </p:nvSpPr>
        <p:spPr bwMode="white">
          <a:ln>
            <a:headEnd type="none"/>
            <a:tailEnd type="none"/>
          </a:ln>
        </p:spPr>
        <p:txBody>
          <a:bodyPr wrap="square"/>
          <a:lstStyle/>
          <a:p>
            <a:endParaRPr lang="en-US" dirty="0"/>
          </a:p>
        </p:txBody>
      </p:sp>
      <p:sp>
        <p:nvSpPr>
          <p:cNvPr id="4" name="Slide Number Placeholder 3"/>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wrap="square" anchor="b"/>
          <a:lstStyle>
            <a:lvl1pPr>
              <a:defRPr sz="3200" dirty="0"/>
            </a:lvl1pPr>
          </a:lstStyle>
          <a:p>
            <a:r>
              <a:rPr lang="en-US" dirty="0"/>
              <a:t>Click to edit Master title style</a:t>
            </a:r>
          </a:p>
        </p:txBody>
      </p:sp>
      <p:sp>
        <p:nvSpPr>
          <p:cNvPr id="3" name="Content Placeholder 2"/>
          <p:cNvSpPr>
            <a:spLocks noGrp="1"/>
          </p:cNvSpPr>
          <p:nvPr>
            <p:ph idx="1"/>
          </p:nvPr>
        </p:nvSpPr>
        <p:spPr bwMode="white">
          <a:xfrm>
            <a:off x="5183188" y="987425"/>
            <a:ext cx="6172200" cy="4873625"/>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r>
              <a:rPr lang="en-US" dirty="0"/>
              <a:t>Click to 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wrap="square" anchor="b"/>
          <a:lstStyle>
            <a:lvl1pPr>
              <a:defRPr sz="3200" dirty="0"/>
            </a:lvl1pPr>
          </a:lstStyle>
          <a:p>
            <a:r>
              <a:rPr lang="en-US" dirty="0"/>
              <a:t>Click to edit Master title style</a:t>
            </a:r>
          </a:p>
        </p:txBody>
      </p:sp>
      <p:sp>
        <p:nvSpPr>
          <p:cNvPr id="3" name="Picture Placeholder 2"/>
          <p:cNvSpPr>
            <a:spLocks noGrp="1"/>
          </p:cNvSpPr>
          <p:nvPr>
            <p:ph type="pic" idx="1"/>
          </p:nvPr>
        </p:nvSpPr>
        <p:spPr bwMode="white">
          <a:xfrm>
            <a:off x="5183188" y="987425"/>
            <a:ext cx="6172200" cy="4873625"/>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endParaRPr lang="en-US" dirty="0"/>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r>
              <a:rPr lang="en-US" dirty="0"/>
              <a:t>Click to 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Vertical Text Placeholder 2"/>
          <p:cNvSpPr>
            <a:spLocks noGrp="1"/>
          </p:cNvSpPr>
          <p:nvPr>
            <p:ph type="body" orient="vert" idx="1"/>
          </p:nvPr>
        </p:nvSpPr>
        <p:spPr bwMode="white">
          <a:ln>
            <a:headEnd type="none"/>
            <a:tailEnd type="none"/>
          </a:ln>
        </p:spPr>
        <p:txBody>
          <a:bodyPr vert="eaVert"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bwMode="white">
          <a:xfrm>
            <a:off x="8724900" y="365125"/>
            <a:ext cx="2628900" cy="5811838"/>
          </a:xfrm>
          <a:ln>
            <a:headEnd type="none"/>
            <a:tailEnd type="none"/>
          </a:ln>
        </p:spPr>
        <p:txBody>
          <a:bodyPr vert="eaVert" wrap="square"/>
          <a:lstStyle/>
          <a:p>
            <a:r>
              <a:rPr lang="en-US" dirty="0"/>
              <a:t>Click to edit Master title style</a:t>
            </a:r>
          </a:p>
        </p:txBody>
      </p:sp>
      <p:sp>
        <p:nvSpPr>
          <p:cNvPr id="3" name="Vertical Text Placeholder 2"/>
          <p:cNvSpPr>
            <a:spLocks noGrp="1"/>
          </p:cNvSpPr>
          <p:nvPr>
            <p:ph type="body" orient="vert" idx="1"/>
          </p:nvPr>
        </p:nvSpPr>
        <p:spPr bwMode="white">
          <a:xfrm>
            <a:off x="838200" y="365125"/>
            <a:ext cx="7734300" cy="5811838"/>
          </a:xfrm>
          <a:ln>
            <a:headEnd type="none"/>
            <a:tailEnd type="none"/>
          </a:ln>
        </p:spPr>
        <p:txBody>
          <a:bodyPr vert="eaVert"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D4630D1D-EC81-4D12-BBAE-7AD5C46FE905}" type="datetimeFigureOut">
              <a:rPr lang="en-US" dirty="0"/>
              <a:t>3/27/2026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E1CC4C9C-B29E-4E68-9F89-CA7A1621DE9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838200" y="365125"/>
            <a:ext cx="10515600" cy="1325563"/>
          </a:xfrm>
          <a:prstGeom prst="rect">
            <a:avLst/>
          </a:prstGeom>
          <a:ln>
            <a:headEnd type="none"/>
            <a:tailEnd type="none"/>
          </a:ln>
        </p:spPr>
        <p:txBody>
          <a:bodyPr wrap="square" lIns="91440" tIns="45720" rIns="91440" bIns="45720" anchor="ctr">
            <a:normAutofit/>
          </a:bodyPr>
          <a:lstStyle/>
          <a:p>
            <a:r>
              <a:rPr lang="en-US" dirty="0"/>
              <a:t>Click to edit Master title style</a:t>
            </a:r>
          </a:p>
        </p:txBody>
      </p:sp>
      <p:sp>
        <p:nvSpPr>
          <p:cNvPr id="3" name="Text Placeholder 2"/>
          <p:cNvSpPr>
            <a:spLocks noGrp="1"/>
          </p:cNvSpPr>
          <p:nvPr>
            <p:ph type="body" idx="1"/>
          </p:nvPr>
        </p:nvSpPr>
        <p:spPr bwMode="white">
          <a:xfrm>
            <a:off x="838200" y="1825625"/>
            <a:ext cx="10515600" cy="4351338"/>
          </a:xfrm>
          <a:prstGeom prst="rect">
            <a:avLst/>
          </a:prstGeom>
          <a:ln>
            <a:headEnd type="none"/>
            <a:tailEnd type="none"/>
          </a:ln>
        </p:spPr>
        <p:txBody>
          <a:bodyPr wrap="square" lIns="91440" tIns="45720" rIns="91440" bIns="45720">
            <a:normAutofit/>
          </a:bodyPr>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bwMode="white">
          <a:xfrm>
            <a:off x="838200" y="6356350"/>
            <a:ext cx="2743200" cy="365125"/>
          </a:xfrm>
          <a:prstGeom prst="rect">
            <a:avLst/>
          </a:prstGeom>
          <a:ln>
            <a:headEnd type="none"/>
            <a:tailEnd type="none"/>
          </a:ln>
        </p:spPr>
        <p:txBody>
          <a:bodyPr wrap="square" lIns="91440" tIns="45720" rIns="91440" bIns="45720" anchor="ctr"/>
          <a:lstStyle>
            <a:lvl1pPr algn="l">
              <a:defRPr sz="1200" dirty="0">
                <a:solidFill>
                  <a:schemeClr val="tx1">
                    <a:tint val="75000"/>
                  </a:schemeClr>
                </a:solidFill>
              </a:defRPr>
            </a:lvl1pPr>
          </a:lstStyle>
          <a:p>
            <a:fld id="{D4630D1D-EC81-4D12-BBAE-7AD5C46FE905}" type="datetimeFigureOut">
              <a:rPr lang="en-US" dirty="0"/>
              <a:t>3/27/2026</a:t>
            </a:fld>
            <a:endParaRPr lang="en-US" dirty="0"/>
          </a:p>
        </p:txBody>
      </p:sp>
      <p:sp>
        <p:nvSpPr>
          <p:cNvPr id="5" name="Footer Placeholder 4"/>
          <p:cNvSpPr>
            <a:spLocks noGrp="1"/>
          </p:cNvSpPr>
          <p:nvPr>
            <p:ph type="ftr" sz="quarter" idx="3"/>
          </p:nvPr>
        </p:nvSpPr>
        <p:spPr bwMode="white">
          <a:xfrm>
            <a:off x="4038600" y="6356350"/>
            <a:ext cx="4114800" cy="365125"/>
          </a:xfrm>
          <a:prstGeom prst="rect">
            <a:avLst/>
          </a:prstGeom>
          <a:ln>
            <a:headEnd type="none"/>
            <a:tailEnd type="none"/>
          </a:ln>
        </p:spPr>
        <p:txBody>
          <a:bodyPr wrap="square" lIns="91440" tIns="45720" rIns="91440" bIns="45720" anchor="ctr"/>
          <a:lstStyle>
            <a:lvl1pPr algn="ctr">
              <a:defRPr sz="1200" dirty="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white">
          <a:xfrm>
            <a:off x="8610600" y="6356350"/>
            <a:ext cx="2743200" cy="365125"/>
          </a:xfrm>
          <a:prstGeom prst="rect">
            <a:avLst/>
          </a:prstGeom>
          <a:ln>
            <a:headEnd type="none"/>
            <a:tailEnd type="none"/>
          </a:ln>
        </p:spPr>
        <p:txBody>
          <a:bodyPr wrap="square" lIns="91440" tIns="45720" rIns="91440" bIns="45720" anchor="ctr"/>
          <a:lstStyle>
            <a:lvl1pPr algn="r">
              <a:defRPr sz="1200" dirty="0">
                <a:solidFill>
                  <a:schemeClr val="tx1">
                    <a:tint val="75000"/>
                  </a:schemeClr>
                </a:solidFill>
              </a:defRPr>
            </a:lvl1pPr>
          </a:lstStyle>
          <a:p>
            <a:fld id="{E1CC4C9C-B29E-4E68-9F89-CA7A1621DE94}"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ct val="0"/>
        </a:spcBef>
        <a:buNone/>
        <a:defRPr sz="4400" kern="1200" dirty="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kern="1200" dirty="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kern="1200" dirty="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kern="1200" dirty="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kern="1200" dirty="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kern="1200" dirty="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kern="1200" dirty="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kern="1200" dirty="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kern="1200" dirty="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algn="l" defTabSz="914400" rtl="0">
        <a:defRPr sz="1800" kern="1200" dirty="0">
          <a:solidFill>
            <a:schemeClr val="tx1"/>
          </a:solidFill>
          <a:latin typeface="+mn-lt"/>
          <a:ea typeface="+mn-ea"/>
          <a:cs typeface="+mn-cs"/>
        </a:defRPr>
      </a:lvl1pPr>
      <a:lvl2pPr marL="457200" algn="l" defTabSz="914400" rtl="0">
        <a:defRPr sz="1800" kern="1200" dirty="0">
          <a:solidFill>
            <a:schemeClr val="tx1"/>
          </a:solidFill>
          <a:latin typeface="+mn-lt"/>
          <a:ea typeface="+mn-ea"/>
          <a:cs typeface="+mn-cs"/>
        </a:defRPr>
      </a:lvl2pPr>
      <a:lvl3pPr marL="914400" algn="l" defTabSz="914400" rtl="0">
        <a:defRPr sz="1800" kern="1200" dirty="0">
          <a:solidFill>
            <a:schemeClr val="tx1"/>
          </a:solidFill>
          <a:latin typeface="+mn-lt"/>
          <a:ea typeface="+mn-ea"/>
          <a:cs typeface="+mn-cs"/>
        </a:defRPr>
      </a:lvl3pPr>
      <a:lvl4pPr marL="1371600" algn="l" defTabSz="914400" rtl="0">
        <a:defRPr sz="1800" kern="1200" dirty="0">
          <a:solidFill>
            <a:schemeClr val="tx1"/>
          </a:solidFill>
          <a:latin typeface="+mn-lt"/>
          <a:ea typeface="+mn-ea"/>
          <a:cs typeface="+mn-cs"/>
        </a:defRPr>
      </a:lvl4pPr>
      <a:lvl5pPr marL="1828800" algn="l" defTabSz="914400" rtl="0">
        <a:defRPr sz="1800" kern="1200" dirty="0">
          <a:solidFill>
            <a:schemeClr val="tx1"/>
          </a:solidFill>
          <a:latin typeface="+mn-lt"/>
          <a:ea typeface="+mn-ea"/>
          <a:cs typeface="+mn-cs"/>
        </a:defRPr>
      </a:lvl5pPr>
      <a:lvl6pPr marL="2286000" algn="l" defTabSz="914400" rtl="0">
        <a:defRPr sz="1800" kern="1200" dirty="0">
          <a:solidFill>
            <a:schemeClr val="tx1"/>
          </a:solidFill>
          <a:latin typeface="+mn-lt"/>
          <a:ea typeface="+mn-ea"/>
          <a:cs typeface="+mn-cs"/>
        </a:defRPr>
      </a:lvl6pPr>
      <a:lvl7pPr marL="2743200" algn="l" defTabSz="914400" rtl="0">
        <a:defRPr sz="1800" kern="1200" dirty="0">
          <a:solidFill>
            <a:schemeClr val="tx1"/>
          </a:solidFill>
          <a:latin typeface="+mn-lt"/>
          <a:ea typeface="+mn-ea"/>
          <a:cs typeface="+mn-cs"/>
        </a:defRPr>
      </a:lvl7pPr>
      <a:lvl8pPr marL="3200400" algn="l" defTabSz="914400" rtl="0">
        <a:defRPr sz="1800" kern="1200" dirty="0">
          <a:solidFill>
            <a:schemeClr val="tx1"/>
          </a:solidFill>
          <a:latin typeface="+mn-lt"/>
          <a:ea typeface="+mn-ea"/>
          <a:cs typeface="+mn-cs"/>
        </a:defRPr>
      </a:lvl8pPr>
      <a:lvl9pPr marL="3657600" algn="l" defTabSz="914400" rtl="0">
        <a:defRPr sz="1800" kern="1200" dirty="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116175-0260-0BA9-F46F-90E45F2DD06B}"/>
              </a:ext>
            </a:extLst>
          </p:cNvPr>
          <p:cNvPicPr>
            <a:picLocks noChangeAspect="1"/>
          </p:cNvPicPr>
          <p:nvPr/>
        </p:nvPicPr>
        <p:blipFill>
          <a:blip r:embed="rId2"/>
          <a:stretch>
            <a:fillRect/>
          </a:stretch>
        </p:blipFill>
        <p:spPr>
          <a:xfrm>
            <a:off x="0" y="624031"/>
            <a:ext cx="9164329" cy="3810532"/>
          </a:xfrm>
          <a:prstGeom prst="rect">
            <a:avLst/>
          </a:prstGeom>
        </p:spPr>
      </p:pic>
      <p:sp>
        <p:nvSpPr>
          <p:cNvPr id="4" name="TextBox 3">
            <a:extLst>
              <a:ext uri="{FF2B5EF4-FFF2-40B4-BE49-F238E27FC236}">
                <a16:creationId xmlns:a16="http://schemas.microsoft.com/office/drawing/2014/main" id="{90D4FF1F-27F1-56BB-99C0-BEED16CD6CA2}"/>
              </a:ext>
            </a:extLst>
          </p:cNvPr>
          <p:cNvSpPr txBox="1"/>
          <p:nvPr/>
        </p:nvSpPr>
        <p:spPr>
          <a:xfrm>
            <a:off x="9377278" y="1147855"/>
            <a:ext cx="8158370" cy="8004371"/>
          </a:xfrm>
          <a:prstGeom prst="rect">
            <a:avLst/>
          </a:prstGeom>
          <a:noFill/>
        </p:spPr>
        <p:txBody>
          <a:bodyPr wrap="square" rtlCol="0">
            <a:spAutoFit/>
          </a:bodyPr>
          <a:lstStyle/>
          <a:p>
            <a:pPr algn="l">
              <a:lnSpc>
                <a:spcPct val="150000"/>
              </a:lnSpc>
            </a:pPr>
            <a:r>
              <a:rPr lang="en-US" sz="1600" b="1" i="0" dirty="0">
                <a:effectLst/>
                <a:latin typeface="Segoe WPC"/>
              </a:rPr>
              <a:t>4-Layer KYC Verification System</a:t>
            </a:r>
          </a:p>
          <a:p>
            <a:pPr algn="l">
              <a:lnSpc>
                <a:spcPct val="150000"/>
              </a:lnSpc>
            </a:pPr>
            <a:r>
              <a:rPr lang="en-US" sz="1600" b="1" i="0" dirty="0">
                <a:effectLst/>
                <a:latin typeface="Segoe WPC"/>
              </a:rPr>
              <a:t>Layer 1: Document Verification</a:t>
            </a:r>
            <a:r>
              <a:rPr lang="en-US" sz="1600" b="0" i="0" dirty="0">
                <a:effectLst/>
                <a:latin typeface="Segoe WPC"/>
              </a:rPr>
              <a:t> - The system first authenticates the document type (Aadhaar, utility bills, ID proofs) using image classification and document detection models. This layer ensures the document is valid and matches the expected format.</a:t>
            </a:r>
          </a:p>
          <a:p>
            <a:pPr algn="l">
              <a:lnSpc>
                <a:spcPct val="150000"/>
              </a:lnSpc>
            </a:pPr>
            <a:r>
              <a:rPr lang="en-US" sz="1600" b="1" i="0" dirty="0">
                <a:effectLst/>
                <a:latin typeface="Segoe WPC"/>
              </a:rPr>
              <a:t>Layer 2: Face Verification</a:t>
            </a:r>
            <a:r>
              <a:rPr lang="en-US" sz="1600" b="0" i="0" dirty="0">
                <a:effectLst/>
                <a:latin typeface="Segoe WPC"/>
              </a:rPr>
              <a:t> - Facial recognition algorithms compare the photograph on the document with a live selfie or submitted image to verify identity match and prevent spoofing attacks.</a:t>
            </a:r>
          </a:p>
          <a:p>
            <a:pPr algn="l">
              <a:lnSpc>
                <a:spcPct val="150000"/>
              </a:lnSpc>
            </a:pPr>
            <a:r>
              <a:rPr lang="en-US" sz="1600" b="1" i="0" dirty="0">
                <a:effectLst/>
                <a:latin typeface="Segoe WPC"/>
              </a:rPr>
              <a:t>Layer 3: Address Detection &amp; Extraction</a:t>
            </a:r>
            <a:r>
              <a:rPr lang="en-US" sz="1600" b="0" i="0" dirty="0">
                <a:effectLst/>
                <a:latin typeface="Segoe WPC"/>
              </a:rPr>
              <a:t> - Object detection identifies the address region in documents, then OCR extracts the text for parsing and validation against database records and geographic databases.</a:t>
            </a:r>
          </a:p>
          <a:p>
            <a:pPr algn="l">
              <a:lnSpc>
                <a:spcPct val="150000"/>
              </a:lnSpc>
            </a:pPr>
            <a:r>
              <a:rPr lang="en-US" sz="1600" b="1" i="0" dirty="0">
                <a:effectLst/>
                <a:latin typeface="Segoe WPC"/>
              </a:rPr>
              <a:t>Layer 4: Tampering &amp; Fraud Detection</a:t>
            </a:r>
            <a:r>
              <a:rPr lang="en-US" sz="1600" b="0" i="0" dirty="0">
                <a:effectLst/>
                <a:latin typeface="Segoe WPC"/>
              </a:rPr>
              <a:t> - Advanced image forensics and anomaly detection identify document manipulation, alterations, and suspicious patterns. This layer flags potential forgeries and fraud attempts.</a:t>
            </a:r>
            <a:endParaRPr lang="en-US" sz="1600" dirty="0">
              <a:latin typeface="Segoe WPC"/>
            </a:endParaRPr>
          </a:p>
          <a:p>
            <a:pPr algn="l">
              <a:lnSpc>
                <a:spcPct val="150000"/>
              </a:lnSpc>
            </a:pPr>
            <a:endParaRPr lang="en-US" sz="1050" b="0" i="0" dirty="0">
              <a:effectLst/>
              <a:latin typeface="Segoe WPC"/>
            </a:endParaRPr>
          </a:p>
          <a:p>
            <a:pPr marL="285750" indent="-285750" algn="l">
              <a:lnSpc>
                <a:spcPct val="150000"/>
              </a:lnSpc>
              <a:buFont typeface="Arial" panose="020B0604020202020204" pitchFamily="34" charset="0"/>
              <a:buChar char="•"/>
            </a:pPr>
            <a:r>
              <a:rPr lang="en-IN" sz="1400" b="0" i="0" dirty="0">
                <a:effectLst/>
                <a:latin typeface="Segoe WPC"/>
              </a:rPr>
              <a:t>The system integrates </a:t>
            </a:r>
            <a:r>
              <a:rPr lang="en-IN" sz="1400" b="1" i="0" dirty="0" err="1">
                <a:effectLst/>
                <a:latin typeface="Segoe WPC"/>
              </a:rPr>
              <a:t>Ultralytics</a:t>
            </a:r>
            <a:r>
              <a:rPr lang="en-IN" sz="1400" b="1" i="0" dirty="0">
                <a:effectLst/>
                <a:latin typeface="Segoe WPC"/>
              </a:rPr>
              <a:t> (YOLO 8.4.21)</a:t>
            </a:r>
            <a:r>
              <a:rPr lang="en-IN" sz="1400" b="0" i="0" dirty="0">
                <a:effectLst/>
                <a:latin typeface="Segoe WPC"/>
              </a:rPr>
              <a:t> for object detection and document localization, </a:t>
            </a:r>
            <a:r>
              <a:rPr lang="en-IN" sz="1400" b="1" i="0" dirty="0" err="1">
                <a:effectLst/>
                <a:latin typeface="Segoe WPC"/>
              </a:rPr>
              <a:t>EasyOCR</a:t>
            </a:r>
            <a:r>
              <a:rPr lang="en-IN" sz="1400" b="1" i="0" dirty="0">
                <a:effectLst/>
                <a:latin typeface="Segoe WPC"/>
              </a:rPr>
              <a:t> (1.7.0)</a:t>
            </a:r>
            <a:r>
              <a:rPr lang="en-IN" sz="1400" b="0" i="0" dirty="0">
                <a:effectLst/>
                <a:latin typeface="Segoe WPC"/>
              </a:rPr>
              <a:t> and </a:t>
            </a:r>
            <a:r>
              <a:rPr lang="en-IN" sz="1400" b="1" i="0" dirty="0" err="1">
                <a:effectLst/>
                <a:latin typeface="Segoe WPC"/>
              </a:rPr>
              <a:t>PyTesseract</a:t>
            </a:r>
            <a:r>
              <a:rPr lang="en-IN" sz="1400" b="1" i="0" dirty="0">
                <a:effectLst/>
                <a:latin typeface="Segoe WPC"/>
              </a:rPr>
              <a:t> (0.3.13)</a:t>
            </a:r>
            <a:r>
              <a:rPr lang="en-IN" sz="1400" b="0" i="0" dirty="0">
                <a:effectLst/>
                <a:latin typeface="Segoe WPC"/>
              </a:rPr>
              <a:t> for optical character recognition, </a:t>
            </a:r>
            <a:r>
              <a:rPr lang="en-IN" sz="1400" b="1" i="0" dirty="0">
                <a:effectLst/>
                <a:latin typeface="Segoe WPC"/>
              </a:rPr>
              <a:t>OpenCV (4.10.0.84)</a:t>
            </a:r>
            <a:r>
              <a:rPr lang="en-IN" sz="1400" b="0" i="0" dirty="0">
                <a:effectLst/>
                <a:latin typeface="Segoe WPC"/>
              </a:rPr>
              <a:t> for image processing and manipulation, </a:t>
            </a:r>
            <a:r>
              <a:rPr lang="en-IN" sz="1400" b="1" i="0" dirty="0">
                <a:effectLst/>
                <a:latin typeface="Segoe WPC"/>
              </a:rPr>
              <a:t>NumPy (1.26.4)</a:t>
            </a:r>
            <a:r>
              <a:rPr lang="en-IN" sz="1400" b="0" i="0" dirty="0">
                <a:effectLst/>
                <a:latin typeface="Segoe WPC"/>
              </a:rPr>
              <a:t> and </a:t>
            </a:r>
            <a:r>
              <a:rPr lang="en-IN" sz="1400" b="1" i="0" dirty="0">
                <a:effectLst/>
                <a:latin typeface="Segoe WPC"/>
              </a:rPr>
              <a:t>Scikit-image (0.24.0)</a:t>
            </a:r>
            <a:r>
              <a:rPr lang="en-IN" sz="1400" b="0" i="0" dirty="0">
                <a:effectLst/>
                <a:latin typeface="Segoe WPC"/>
              </a:rPr>
              <a:t> for numerical computations and advanced image analysis, </a:t>
            </a:r>
            <a:r>
              <a:rPr lang="en-IN" sz="1400" b="1" i="0" dirty="0">
                <a:effectLst/>
                <a:latin typeface="Segoe WPC"/>
              </a:rPr>
              <a:t>Scikit-learn (1.5.0)</a:t>
            </a:r>
            <a:r>
              <a:rPr lang="en-IN" sz="1400" b="0" i="0" dirty="0">
                <a:effectLst/>
                <a:latin typeface="Segoe WPC"/>
              </a:rPr>
              <a:t> for machine learning algorithms detecting anomalies and fraud patterns, </a:t>
            </a:r>
            <a:r>
              <a:rPr lang="en-IN" sz="1400" b="1" i="0" dirty="0" err="1">
                <a:effectLst/>
                <a:latin typeface="Segoe WPC"/>
              </a:rPr>
              <a:t>Joblib</a:t>
            </a:r>
            <a:r>
              <a:rPr lang="en-IN" sz="1400" b="1" i="0" dirty="0">
                <a:effectLst/>
                <a:latin typeface="Segoe WPC"/>
              </a:rPr>
              <a:t> (1.4.2)</a:t>
            </a:r>
            <a:r>
              <a:rPr lang="en-IN" sz="1400" b="0" i="0" dirty="0">
                <a:effectLst/>
                <a:latin typeface="Segoe WPC"/>
              </a:rPr>
              <a:t> for model serialization, and </a:t>
            </a:r>
            <a:r>
              <a:rPr lang="en-IN" sz="1400" b="1" i="0" dirty="0" err="1">
                <a:effectLst/>
                <a:latin typeface="Segoe WPC"/>
              </a:rPr>
              <a:t>FastAPI</a:t>
            </a:r>
            <a:r>
              <a:rPr lang="en-IN" sz="1400" b="1" i="0" dirty="0">
                <a:effectLst/>
                <a:latin typeface="Segoe WPC"/>
              </a:rPr>
              <a:t> (0.115.0)</a:t>
            </a:r>
            <a:r>
              <a:rPr lang="en-IN" sz="1400" b="0" i="0" dirty="0">
                <a:effectLst/>
                <a:latin typeface="Segoe WPC"/>
              </a:rPr>
              <a:t> with </a:t>
            </a:r>
            <a:r>
              <a:rPr lang="en-IN" sz="1400" b="1" i="0" dirty="0" err="1">
                <a:effectLst/>
                <a:latin typeface="Segoe WPC"/>
              </a:rPr>
              <a:t>SQLAlchemy</a:t>
            </a:r>
            <a:r>
              <a:rPr lang="en-IN" sz="1400" b="1" i="0" dirty="0">
                <a:effectLst/>
                <a:latin typeface="Segoe WPC"/>
              </a:rPr>
              <a:t> (2.0.23)</a:t>
            </a:r>
            <a:r>
              <a:rPr lang="en-IN" sz="1400" b="0" i="0" dirty="0">
                <a:effectLst/>
                <a:latin typeface="Segoe WPC"/>
              </a:rPr>
              <a:t> for API orchestration and verification record management. This multi-layered approach provides comprehensive identity verification while reducing manual effort and significantly improving AML/KYC compliance accuracy.</a:t>
            </a:r>
            <a:endParaRPr lang="en-US" sz="1400" b="0" i="0" dirty="0">
              <a:effectLst/>
              <a:latin typeface="Segoe WPC"/>
            </a:endParaRPr>
          </a:p>
        </p:txBody>
      </p:sp>
      <p:pic>
        <p:nvPicPr>
          <p:cNvPr id="1026" name="Picture 2" descr="Roboflow Model Training Integrations">
            <a:extLst>
              <a:ext uri="{FF2B5EF4-FFF2-40B4-BE49-F238E27FC236}">
                <a16:creationId xmlns:a16="http://schemas.microsoft.com/office/drawing/2014/main" id="{E2762E21-F91A-0A9C-3090-35CAE9B3A43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885" y="3996467"/>
            <a:ext cx="2772603" cy="27726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sseract OCR: Text localization and detection - PyImageSearch">
            <a:extLst>
              <a:ext uri="{FF2B5EF4-FFF2-40B4-BE49-F238E27FC236}">
                <a16:creationId xmlns:a16="http://schemas.microsoft.com/office/drawing/2014/main" id="{8746FD09-CDF4-4EAB-94C0-F71A71203D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5488" y="4774637"/>
            <a:ext cx="2751214" cy="13756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itHub - opencv/opencv: Open Source Computer Vision Library">
            <a:extLst>
              <a:ext uri="{FF2B5EF4-FFF2-40B4-BE49-F238E27FC236}">
                <a16:creationId xmlns:a16="http://schemas.microsoft.com/office/drawing/2014/main" id="{6B74C6EF-F2C2-2E37-0CDB-1F71E3645AA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45512" y="4854308"/>
            <a:ext cx="1216264" cy="121626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cikit learn Logo PNG (Transparent) SVG AI – Free Download">
            <a:extLst>
              <a:ext uri="{FF2B5EF4-FFF2-40B4-BE49-F238E27FC236}">
                <a16:creationId xmlns:a16="http://schemas.microsoft.com/office/drawing/2014/main" id="{B981356D-B8CE-853C-5B5B-02DF3F51639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983" t="32206" r="15734" b="32740"/>
          <a:stretch/>
        </p:blipFill>
        <p:spPr bwMode="auto">
          <a:xfrm>
            <a:off x="449936" y="6676754"/>
            <a:ext cx="3043649" cy="174097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QLAlchemy - Full Stack Python">
            <a:extLst>
              <a:ext uri="{FF2B5EF4-FFF2-40B4-BE49-F238E27FC236}">
                <a16:creationId xmlns:a16="http://schemas.microsoft.com/office/drawing/2014/main" id="{7B7A656C-EE9F-50A7-750E-B49AFD3967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5488" y="7109144"/>
            <a:ext cx="5200650" cy="109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670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pic>
        <p:nvPicPr>
          <p:cNvPr id="4" name="Picture 3">
            <a:extLst>
              <a:ext uri="{FF2B5EF4-FFF2-40B4-BE49-F238E27FC236}">
                <a16:creationId xmlns:a16="http://schemas.microsoft.com/office/drawing/2014/main" id="{0FE0F458-B035-FD95-D301-B91DE5B562C2}"/>
              </a:ext>
            </a:extLst>
          </p:cNvPr>
          <p:cNvPicPr>
            <a:picLocks noChangeAspect="1"/>
          </p:cNvPicPr>
          <p:nvPr/>
        </p:nvPicPr>
        <p:blipFill>
          <a:blip r:embed="rId3"/>
          <a:stretch>
            <a:fillRect/>
          </a:stretch>
        </p:blipFill>
        <p:spPr>
          <a:xfrm>
            <a:off x="1597315" y="4127863"/>
            <a:ext cx="7427156" cy="50233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pic>
        <p:nvPicPr>
          <p:cNvPr id="4" name="Picture 3">
            <a:extLst>
              <a:ext uri="{FF2B5EF4-FFF2-40B4-BE49-F238E27FC236}">
                <a16:creationId xmlns:a16="http://schemas.microsoft.com/office/drawing/2014/main" id="{190585F6-5F01-349C-D443-6C2963603EE7}"/>
              </a:ext>
            </a:extLst>
          </p:cNvPr>
          <p:cNvPicPr>
            <a:picLocks noChangeAspect="1"/>
          </p:cNvPicPr>
          <p:nvPr/>
        </p:nvPicPr>
        <p:blipFill>
          <a:blip r:embed="rId3"/>
          <a:stretch>
            <a:fillRect/>
          </a:stretch>
        </p:blipFill>
        <p:spPr>
          <a:xfrm>
            <a:off x="389016" y="4528639"/>
            <a:ext cx="8532916" cy="18706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lum/>
          </a:blip>
          <a:srcRect/>
          <a:stretch>
            <a:fillRect/>
          </a:stretch>
        </p:blipFill>
        <p:spPr bwMode="white">
          <a:xfrm>
            <a:off x="0" y="0"/>
            <a:ext cx="18288000" cy="10287000"/>
          </a:xfrm>
          <a:prstGeom prst="rect">
            <a:avLst/>
          </a:prstGeom>
          <a:ln>
            <a:headEnd type="none"/>
            <a:tailEnd type="none"/>
          </a:ln>
        </p:spPr>
      </p:pic>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Pages>0</Pages>
  <Words>260</Words>
  <Characters>0</Characters>
  <Application>Microsoft Office PowerPoint</Application>
  <PresentationFormat>Custom</PresentationFormat>
  <Lines>0</Lines>
  <Paragraphs>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Segoe WPC</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Dave R</dc:creator>
  <cp:lastModifiedBy>Dave R</cp:lastModifiedBy>
  <cp:revision>1</cp:revision>
  <dcterms:modified xsi:type="dcterms:W3CDTF">2026-03-27T08:33:52Z</dcterms:modified>
</cp:coreProperties>
</file>